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Test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sample PPTX file created for testing.</a:t>
            </a:r>
          </a:p>
          <a:p>
            <a:r>
              <a:t>Keyword for verification: PPTX_EXTRACTION_TEST_MARKER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